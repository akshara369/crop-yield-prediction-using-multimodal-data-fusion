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6" r:id="rId2"/>
    <p:sldId id="259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roduction" id="{1BD0E75E-ED94-4F88-B8E9-853F85056D5F}">
          <p14:sldIdLst>
            <p14:sldId id="256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D9F59-1E10-4A9B-A1B9-2BAC453C021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C0B06-3340-4109-9BB8-90BBDABAB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1173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E6848-630C-4143-931A-3482CD985C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B949A-DC14-404E-98B4-A4D891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575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4D39-3DF9-45F0-B12A-A60F2B84AF00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23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0A95E-1C47-4CEF-BFBB-0974FDB304D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1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2C4-D439-45A3-A117-51F3E01B60C3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10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7F6E-A66B-4381-8A2C-3486C09D598B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6E20F-C7C1-4D22-8980-41122AA8A602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5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222F-A0B4-4627-BA7D-1684A17AC69B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6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C41A-BDE4-4D8F-A183-1217B30E28B4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9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C31206F-3307-4F0F-A434-2A5B37659217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1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B680-DFE7-47E7-8C10-791358E93EC8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2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10A5-7694-4E6D-B9EB-5FED3A264B2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5FEA-70C5-4284-AE7E-C5E02B60CA1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4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1EE931B-43B2-469F-93B9-3C56D119203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20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070102" y="4714310"/>
            <a:ext cx="4989107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Team Members : Name (ID)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			    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Name (ID)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     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9641" y="47434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Guided By : 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560" y="482358"/>
            <a:ext cx="4672240" cy="894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34" y="340491"/>
            <a:ext cx="1037492" cy="1019102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75656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Project </a:t>
            </a:r>
            <a:r>
              <a:rPr lang="en-IN" sz="4800" dirty="0" smtClean="0"/>
              <a:t>Title</a:t>
            </a:r>
            <a:br>
              <a:rPr lang="en-IN" sz="4800" dirty="0" smtClean="0"/>
            </a:br>
            <a:r>
              <a:rPr lang="en-IN" sz="4800" dirty="0"/>
              <a:t/>
            </a:r>
            <a:br>
              <a:rPr lang="en-IN" sz="4800" dirty="0"/>
            </a:br>
            <a:r>
              <a:rPr lang="en-IN" sz="3600" b="1" dirty="0" smtClean="0"/>
              <a:t>CE452</a:t>
            </a:r>
            <a:r>
              <a:rPr lang="en-IN" sz="3600" b="1" smtClean="0"/>
              <a:t>: Minor Project</a:t>
            </a:r>
            <a:endParaRPr lang="en-IN" sz="4800" b="1" dirty="0"/>
          </a:p>
        </p:txBody>
      </p:sp>
      <p:sp>
        <p:nvSpPr>
          <p:cNvPr id="12" name="Title 10"/>
          <p:cNvSpPr txBox="1">
            <a:spLocks/>
          </p:cNvSpPr>
          <p:nvPr/>
        </p:nvSpPr>
        <p:spPr>
          <a:xfrm>
            <a:off x="1097280" y="5530362"/>
            <a:ext cx="10058400" cy="5920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4800" b="1" dirty="0"/>
          </a:p>
        </p:txBody>
      </p:sp>
      <p:sp>
        <p:nvSpPr>
          <p:cNvPr id="13" name="Rectangle 12"/>
          <p:cNvSpPr/>
          <p:nvPr/>
        </p:nvSpPr>
        <p:spPr>
          <a:xfrm>
            <a:off x="2705099" y="6324525"/>
            <a:ext cx="7045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Department of Computer </a:t>
            </a:r>
            <a:r>
              <a:rPr lang="en-IN" sz="1600" b="1" dirty="0" smtClean="0">
                <a:solidFill>
                  <a:schemeClr val="bg1"/>
                </a:solidFill>
              </a:rPr>
              <a:t>Engineering</a:t>
            </a:r>
            <a:r>
              <a:rPr lang="en-IN" sz="1600" b="1" dirty="0">
                <a:solidFill>
                  <a:schemeClr val="bg1"/>
                </a:solidFill>
              </a:rPr>
              <a:t>, </a:t>
            </a:r>
            <a:endParaRPr lang="en-IN" sz="1600" b="1" dirty="0" smtClean="0">
              <a:solidFill>
                <a:schemeClr val="bg1"/>
              </a:solidFill>
            </a:endParaRPr>
          </a:p>
          <a:p>
            <a:pPr algn="ctr"/>
            <a:r>
              <a:rPr lang="en-IN" sz="1600" b="1" dirty="0" err="1" smtClean="0">
                <a:solidFill>
                  <a:schemeClr val="bg1"/>
                </a:solidFill>
              </a:rPr>
              <a:t>Devang</a:t>
            </a:r>
            <a:r>
              <a:rPr lang="en-IN" sz="1600" b="1" dirty="0" smtClean="0">
                <a:solidFill>
                  <a:schemeClr val="bg1"/>
                </a:solidFill>
              </a:rPr>
              <a:t> </a:t>
            </a:r>
            <a:r>
              <a:rPr lang="en-IN" sz="1600" b="1" dirty="0">
                <a:solidFill>
                  <a:schemeClr val="bg1"/>
                </a:solidFill>
              </a:rPr>
              <a:t>Patel Institute of Advance Technology and Research (DEPSTAR)</a:t>
            </a:r>
          </a:p>
        </p:txBody>
      </p:sp>
    </p:spTree>
    <p:extLst>
      <p:ext uri="{BB962C8B-B14F-4D97-AF65-F5344CB8AC3E}">
        <p14:creationId xmlns:p14="http://schemas.microsoft.com/office/powerpoint/2010/main" val="21208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2425" y="1082183"/>
            <a:ext cx="9492792" cy="4896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285750" fontAlgn="base">
              <a:spcBef>
                <a:spcPts val="1400"/>
              </a:spcBef>
              <a:buClr>
                <a:schemeClr val="accent1"/>
              </a:buClr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ABSTRACT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INTRODUCTION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LITERATURE REVIEW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SYSTEM ANALYSIS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TECHNOLOGY STACK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SYSTEM </a:t>
            </a:r>
            <a:r>
              <a:rPr lang="en-US" b="1" dirty="0" smtClean="0"/>
              <a:t>DESIGN/Architecture </a:t>
            </a:r>
            <a:r>
              <a:rPr lang="en-US" b="1" dirty="0"/>
              <a:t>Diagram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TESTING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RESULTS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CHALLENGES FACED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CONCLUSION AND FUTURE SCOPE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REFERENCES</a:t>
            </a:r>
            <a:endParaRPr lang="en-US" dirty="0" smtClean="0"/>
          </a:p>
        </p:txBody>
      </p:sp>
      <p:sp>
        <p:nvSpPr>
          <p:cNvPr id="6" name="Footer Placeholder 8"/>
          <p:cNvSpPr txBox="1">
            <a:spLocks/>
          </p:cNvSpPr>
          <p:nvPr/>
        </p:nvSpPr>
        <p:spPr>
          <a:xfrm>
            <a:off x="3657905" y="6459784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 smtClean="0"/>
              <a:t>Department of Computer Engineering, </a:t>
            </a:r>
            <a:r>
              <a:rPr lang="en-US" sz="1100" dirty="0"/>
              <a:t>DEPSTAR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974103" y="620518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Content of the 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Presentation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55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266</TotalTime>
  <Words>68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</vt:lpstr>
      <vt:lpstr>Retrospect</vt:lpstr>
      <vt:lpstr>Project Title  CE452: Minor Project</vt:lpstr>
      <vt:lpstr>PowerPoint Presentation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Dhara Solanki</dc:creator>
  <cp:lastModifiedBy>CHARUSAT</cp:lastModifiedBy>
  <cp:revision>45</cp:revision>
  <dcterms:created xsi:type="dcterms:W3CDTF">2023-09-24T01:32:29Z</dcterms:created>
  <dcterms:modified xsi:type="dcterms:W3CDTF">2025-10-08T09:12:38Z</dcterms:modified>
</cp:coreProperties>
</file>